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CASE #2: THE 'SOCIAL COLD'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8FAFC"/>
                </a:solidFill>
              </a:defRPr>
            </a:pPr>
            <a:r>
              <a:t>How social isolation blocks student cognitive resources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DRIVING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If the brain treats ostracism like physical pain, how can a student focus on complex problem-solving?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Status: Analysis in progress...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Objective: To bridge the gap between social wellbeing and academic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BUG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Status: UNPATCHED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The Bug: A freshman moves to Astana and feels isolated.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System Drain: This social pain drains the energy needed for their coding labs.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NEUROBIOLOGY OF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Core Concept: The Brain Sees No Difference.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Social rejection activates dACC and Anterior Insula.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Fact: Social pain is processed by the same neural pathways as physical pain.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RESOURCE DRAIN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System Overload: Scanning for social threats consumes massive energy.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PFC Throttle: Prefrontal Cortex receives limited resources.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Result: Significant drop in logical thinking and coding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THE DEBUG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Localization: Identifying apathy as a reaction, not laziness.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Energy Audit: Monitoring anxiety-driven resource consumption.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Standardization: Normalizing the experience for the student.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ASTANA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Climate Impact: Long winters limit outdoor socialization.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Isolation Loop: Physical cold amplifies the feeling of social 'coldness'.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System Status: Cognitive hibernation to conserve metabolic heat.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THE PATCH: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Personal: Mindfulness and micro-socialization goals.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Systemic: Peer-programming and mentor support.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Community: Creating 'Safe Harbors' within the university.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OPTIMIZATION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Efficiency: +40% Increase in concentration.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Outcome: System stability restored, code compiles successfully.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Status: Social belonging established.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REFERENCES (APA)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Cacioppo &amp; Hawkley (2009). Perceived social isolation and cognition.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Eisenberger et al. (2003). Does rejection hurt? fMRI study.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Lieberman (2013). Social: Why our brains are wired to connect.</a:t>
            </a:r>
          </a:p>
          <a:p>
            <a:pPr>
              <a:spcBef>
                <a:spcPts val="15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• Rock (2008). SCARF: A brain-based model for collaboration.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