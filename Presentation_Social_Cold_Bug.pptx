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Case #2: Social Cold Bug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social isolation blocks student cognitive resources</a:t>
            </a:r>
          </a:p>
          <a:p>
            <a:r>
              <a:t>Case Study Analysis // ID: 002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Status: UNPATCHED</a:t>
            </a:r>
          </a:p>
          <a:p>
            <a:pPr/>
            <a:r>
              <a:t>Severity: CRITICAL DRAIN DETECTED</a:t>
            </a:r>
          </a:p>
          <a:p>
            <a:pPr/>
            <a:r>
              <a:t>Concept: Visualizing the problem as a system error in the student's 'operating system'.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Bug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Problem: A first-year student relocates to Astana.</a:t>
            </a:r>
          </a:p>
          <a:p>
            <a:pPr/>
            <a:r>
              <a:t>Environment: New setting, lack of social ties, and harsh climate lead to profound isolation.</a:t>
            </a:r>
          </a:p>
          <a:p>
            <a:pPr/>
            <a:r>
              <a:t>Technical Note: Social pain consumes energy required for coding and complex problem-solving.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Neurobiology of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Core Concept: The Brain Sees No Difference.</a:t>
            </a:r>
          </a:p>
          <a:p>
            <a:pPr/>
            <a:r>
              <a:t>Details: Social rejection activates the dACC and the anterior insula (same as physical pain).</a:t>
            </a:r>
          </a:p>
          <a:p>
            <a:pPr/>
            <a:r>
              <a:t>Key Takeaway: To the brain, 'I am ignored' equals 'I am wounded'.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 Drain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System Overload: The brain in 'social threat' mode constantly scans for danger, consuming glucose.</a:t>
            </a:r>
          </a:p>
          <a:p>
            <a:pPr/>
            <a:r>
              <a:t>PFC Throttle: The Prefrontal Cortex receives fewer resources, leading to logic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Debug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Localization: Recognizing that apathy isn't laziness.</a:t>
            </a:r>
          </a:p>
          <a:p>
            <a:pPr/>
            <a:r>
              <a:t>PFC Analysis: Monitoring energy spent on anxiety vs. studying.</a:t>
            </a:r>
          </a:p>
          <a:p>
            <a:pPr/>
            <a:r>
              <a:t>Standardization: Normalizing the experience as a systemic failure of adaptation.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Astana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Climate: Harsh winters limit social outdoor activity.</a:t>
            </a:r>
          </a:p>
          <a:p>
            <a:pPr/>
            <a:r>
              <a:t>Effect: 'Cold outside' meets 'cold inside', triggering cognitive hibernation.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Patch (Solutions)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Personal Level: Mindfulness to disable 'threat detector'; Micro-socialization.</a:t>
            </a:r>
          </a:p>
          <a:p>
            <a:pPr/>
            <a:r>
              <a:t>Systemic Level: Peer-Programming; Safe Harbors; Mentorship.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Optimization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KPI: +40% Concentration Increase.</a:t>
            </a:r>
          </a:p>
          <a:p>
            <a:pPr/>
            <a:r>
              <a:t>Outcome: Social belonging releases resources previously used for 'social pain'.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/>
            <a:r>
              <a:t>Cacioppo, J. T., &amp; Hawkley, L. C. (2009). Perceived social isolation and cognition. Trends in Cognitive Sciences, 13(10), 447-454.</a:t>
            </a:r>
          </a:p>
          <a:p>
            <a:pPr/>
            <a:r>
              <a:t>Eisenberger, N. I., Lieberman, M. D., &amp; Williams, K. D. (2003). Does rejection hurt? An fMRI study of social exclusion. Science, 302(5643), 290-292.</a:t>
            </a:r>
          </a:p>
          <a:p>
            <a:pPr/>
            <a:r>
              <a:t>Lieberman, M. D. (2013). Social: Why our brains are wired to connect. Oxford University Press.</a:t>
            </a:r>
          </a:p>
          <a:p>
            <a:pPr/>
            <a:r>
              <a:t>Rock, D. (2008). SCARF: A brain-based model for collaborating with and influencing others. NeuroLeadership Journal, 1(1), 44-52.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